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5A07FE-DC98-4DF2-A309-06A54B862CEC}" v="11" dt="2020-07-12T11:27:39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4" autoAdjust="0"/>
    <p:restoredTop sz="94660"/>
  </p:normalViewPr>
  <p:slideViewPr>
    <p:cSldViewPr snapToGrid="0">
      <p:cViewPr varScale="1">
        <p:scale>
          <a:sx n="81" d="100"/>
          <a:sy n="81" d="100"/>
        </p:scale>
        <p:origin x="7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 수진" userId="ac4dfdcec67a6653" providerId="LiveId" clId="{E35A07FE-DC98-4DF2-A309-06A54B862CEC}"/>
    <pc:docChg chg="undo custSel modSld">
      <pc:chgData name="이 수진" userId="ac4dfdcec67a6653" providerId="LiveId" clId="{E35A07FE-DC98-4DF2-A309-06A54B862CEC}" dt="2020-07-12T11:31:12.269" v="305" actId="2711"/>
      <pc:docMkLst>
        <pc:docMk/>
      </pc:docMkLst>
      <pc:sldChg chg="modSp mod">
        <pc:chgData name="이 수진" userId="ac4dfdcec67a6653" providerId="LiveId" clId="{E35A07FE-DC98-4DF2-A309-06A54B862CEC}" dt="2020-07-12T11:31:12.269" v="305" actId="2711"/>
        <pc:sldMkLst>
          <pc:docMk/>
          <pc:sldMk cId="3636528420" sldId="256"/>
        </pc:sldMkLst>
        <pc:graphicFrameChg chg="mod modGraphic">
          <ac:chgData name="이 수진" userId="ac4dfdcec67a6653" providerId="LiveId" clId="{E35A07FE-DC98-4DF2-A309-06A54B862CEC}" dt="2020-07-12T11:31:12.269" v="305" actId="2711"/>
          <ac:graphicFrameMkLst>
            <pc:docMk/>
            <pc:sldMk cId="3636528420" sldId="256"/>
            <ac:graphicFrameMk id="5" creationId="{5B1ED760-FBF3-4EA4-AE84-FB46F3F1DC83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B9126-DA08-4CA4-9A05-30D228D52A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43C348C-3035-42D1-A151-2C8233E53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93DED-FE6F-4689-A783-EAED52358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191767-D654-4A93-BA62-4AA198B2D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C34-8D15-4527-A7F1-55252AF0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705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2789EA-6604-4463-B12F-7BEE9CE1D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6F1CCA-DA51-44D9-9B11-5955EBB6E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17D130-3C1A-4901-AC3B-5FD46490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493918-5E59-46E1-8507-47BF8200F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CF0F78-8D49-4DFC-A29B-DE506CE54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1139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55C1A-9C94-4655-BEFF-9B9D6AE08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44B6AF-55C2-4879-8D27-1AF00C864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510FA3-5EFE-4981-A002-E26F4C37A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495ADA-55F2-4C48-819F-BFAD210F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FC05B-8193-4442-BA89-7EFD55DCB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0B0CA-4502-4619-B320-32E1D02E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176CB9-699E-400D-AC6D-1A12B9A958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6A7243-45B5-441E-9932-44D8E09F8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9B3EC0-6E34-456A-8FAE-067BE8124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8731B1-9E53-4EEB-8E77-38ACCAE8B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BC139C-5BFC-4075-8D34-788307A93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16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91BBB-48F6-4F0B-A405-09645C7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87B07E-B0DA-45C4-8E63-D73F9551F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CD4C2F-105A-4B6E-A210-B731A33C7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E0C5D63-57B4-4FE3-AF33-A5A043A7D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BDC613C-B15C-4E0A-9FED-AF890B1843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23118CA-0461-45A6-BF4E-1F30B46F9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12E00AC-1C78-477E-9E83-4BA07F482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C982ED9-6C8F-41D6-8D45-31527C504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6879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FE735-319E-4862-8E80-C2C7E5D68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B2EC803-59B2-45DF-A240-F39C1D62B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EBAF9C-B6F3-4BC2-92DD-AEB6E7F62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55C2BB-4964-4B64-9BF1-35964F4E4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287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B390D7-6B44-4198-B276-687E51670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1CD7CB-ABDC-46DC-8DDC-492D06A9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B50C2B-10F4-4476-9064-AC5B47C44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2988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0F112E-7315-4258-BE51-347CEF5A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72EC64-C13F-4360-8150-8E68EA325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11E65B-FB7B-4337-8700-2BE86A09B8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501F4F-F433-4F95-AA41-DAB46B81C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8D36CD-AA70-4083-A5EA-9A038477E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F7B760-081F-4522-BD64-3F27095BF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316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7ABE2-DE9F-4E41-9768-189688CC8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CDA0165-0DFD-4861-AE57-3F89A1768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A49965-C0CB-441D-B79C-7D955B88B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19A5E8-613D-420D-8B1F-526779F92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61BC58-372B-4EEB-92CC-D5857738B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0B909C-64D0-4A69-A376-44E58D2AC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244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F1B2F-7F1D-4D41-9834-416270FD4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A90448-4DD7-4F21-AF0F-48591019F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F67986-7AE7-4D1A-B6D3-179FE87CD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8CAD28-CEA8-4680-8EC4-D7517D563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07F9F5-8286-4434-B0E1-8BD731EDB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1282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50FAA8-A93E-4515-99C9-CAA113522D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8A4F744-9C09-48BB-895E-8634C94D0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D4A1-D353-4969-9618-1AA03FB3B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B5D0E6-1EFE-422E-AF80-E6741ECA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C4F05-C514-436B-B97A-18B9D0BEF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36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69AF1DB-8E16-497B-AA01-2B6DCEBD0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F50633-35D5-4080-B519-CE27F0C33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37F2ED-165B-410D-9116-B4E1D5E4A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7A2EB2-8A0A-4196-BA03-71F1CF1AF80C}" type="datetimeFigureOut">
              <a:rPr lang="ko-KR" altLang="en-US" smtClean="0"/>
              <a:t>2020-07-12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2A0555-0B52-498D-B02A-5F29A0727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C909DB-2091-48F4-9595-13848A2760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8D648F-0688-4838-89C8-C122C6447B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140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B1ED760-FBF3-4EA4-AE84-FB46F3F1D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176231"/>
              </p:ext>
            </p:extLst>
          </p:nvPr>
        </p:nvGraphicFramePr>
        <p:xfrm>
          <a:off x="0" y="3"/>
          <a:ext cx="12192000" cy="698674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69805">
                  <a:extLst>
                    <a:ext uri="{9D8B030D-6E8A-4147-A177-3AD203B41FA5}">
                      <a16:colId xmlns:a16="http://schemas.microsoft.com/office/drawing/2014/main" val="1203713964"/>
                    </a:ext>
                  </a:extLst>
                </a:gridCol>
                <a:gridCol w="2535747">
                  <a:extLst>
                    <a:ext uri="{9D8B030D-6E8A-4147-A177-3AD203B41FA5}">
                      <a16:colId xmlns:a16="http://schemas.microsoft.com/office/drawing/2014/main" val="1932627214"/>
                    </a:ext>
                  </a:extLst>
                </a:gridCol>
                <a:gridCol w="2207172">
                  <a:extLst>
                    <a:ext uri="{9D8B030D-6E8A-4147-A177-3AD203B41FA5}">
                      <a16:colId xmlns:a16="http://schemas.microsoft.com/office/drawing/2014/main" val="3550374705"/>
                    </a:ext>
                  </a:extLst>
                </a:gridCol>
                <a:gridCol w="2483069">
                  <a:extLst>
                    <a:ext uri="{9D8B030D-6E8A-4147-A177-3AD203B41FA5}">
                      <a16:colId xmlns:a16="http://schemas.microsoft.com/office/drawing/2014/main" val="423982094"/>
                    </a:ext>
                  </a:extLst>
                </a:gridCol>
                <a:gridCol w="2496207">
                  <a:extLst>
                    <a:ext uri="{9D8B030D-6E8A-4147-A177-3AD203B41FA5}">
                      <a16:colId xmlns:a16="http://schemas.microsoft.com/office/drawing/2014/main" val="2207987779"/>
                    </a:ext>
                  </a:extLst>
                </a:gridCol>
              </a:tblGrid>
              <a:tr h="62298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latin typeface="Bahnschrift Light" panose="020B0502040204020203" pitchFamily="34" charset="0"/>
                        </a:rPr>
                        <a:t>OSI Model</a:t>
                      </a:r>
                      <a:endParaRPr lang="ko-KR" altLang="en-US" sz="24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latin typeface="Bahnschrift Light" panose="020B0502040204020203" pitchFamily="34" charset="0"/>
                        </a:rPr>
                        <a:t>Layer Number</a:t>
                      </a:r>
                      <a:endParaRPr lang="ko-KR" altLang="en-US" sz="24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latin typeface="Bahnschrift Light" panose="020B0502040204020203" pitchFamily="34" charset="0"/>
                        </a:rPr>
                        <a:t>TCP/IP Layer</a:t>
                      </a:r>
                      <a:endParaRPr lang="ko-KR" altLang="en-US" sz="24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latin typeface="Bahnschrift Light" panose="020B0502040204020203" pitchFamily="34" charset="0"/>
                        </a:rPr>
                        <a:t>Other protocol</a:t>
                      </a:r>
                      <a:endParaRPr lang="ko-KR" altLang="en-US" sz="24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873262"/>
                  </a:ext>
                </a:extLst>
              </a:tr>
              <a:tr h="96933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lligator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Application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7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HTTP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SSH,FTP,</a:t>
                      </a:r>
                    </a:p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Telnet, SMTP,</a:t>
                      </a:r>
                    </a:p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POP3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503842"/>
                  </a:ext>
                </a:extLst>
              </a:tr>
              <a:tr h="8828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et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Presentation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6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6335196"/>
                  </a:ext>
                </a:extLst>
              </a:tr>
              <a:tr h="90319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teve’s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Session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5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292082"/>
                  </a:ext>
                </a:extLst>
              </a:tr>
              <a:tr h="8152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ouch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Transport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4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TCP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UDP,SCTP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068165"/>
                  </a:ext>
                </a:extLst>
              </a:tr>
              <a:tr h="8907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ot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Network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3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IP(IPv4)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IP6,ARP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216145"/>
                  </a:ext>
                </a:extLst>
              </a:tr>
              <a:tr h="8355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o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Data-Link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2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Ethernet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latin typeface="Bahnschrift Light" panose="020B0502040204020203" pitchFamily="34" charset="0"/>
                        </a:rPr>
                        <a:t>HDLC Frame Relay</a:t>
                      </a:r>
                      <a:endParaRPr lang="ko-KR" altLang="en-US" sz="24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0106798"/>
                  </a:ext>
                </a:extLst>
              </a:tr>
              <a:tr h="10212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altLang="ko-KR" sz="320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Bahnschrift Light" panose="020B0502040204020203" pitchFamily="34" charset="0"/>
                        </a:rPr>
                        <a:t>lease </a:t>
                      </a:r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  <a:p>
                      <a:pPr algn="ctr" latinLnBrk="1"/>
                      <a:endParaRPr lang="ko-KR" altLang="en-US" sz="3200" b="1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Physical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latin typeface="Bahnschrift Light" panose="020B0502040204020203" pitchFamily="34" charset="0"/>
                        </a:rPr>
                        <a:t>1</a:t>
                      </a:r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200" dirty="0">
                        <a:latin typeface="Bahnschrift Light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004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6528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56</Words>
  <Application>Microsoft Office PowerPoint</Application>
  <PresentationFormat>와이드스크린</PresentationFormat>
  <Paragraphs>35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Bahnschrift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수진</dc:creator>
  <cp:lastModifiedBy>이 수진</cp:lastModifiedBy>
  <cp:revision>1</cp:revision>
  <dcterms:created xsi:type="dcterms:W3CDTF">2020-07-12T11:03:31Z</dcterms:created>
  <dcterms:modified xsi:type="dcterms:W3CDTF">2020-07-12T11:31:17Z</dcterms:modified>
</cp:coreProperties>
</file>