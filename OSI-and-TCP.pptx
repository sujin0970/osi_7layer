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61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horzBarState="maximized">
    <p:restoredLeft sz="19024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72" y="440"/>
      </p:cViewPr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2" Type="http://schemas.openxmlformats.org/officeDocument/2006/relationships/slide" Target="slides/slide1.xml"  /><Relationship Id="rId3" Type="http://schemas.openxmlformats.org/officeDocument/2006/relationships/presProps" Target="presProps.xml"  /><Relationship Id="rId4" Type="http://schemas.openxmlformats.org/officeDocument/2006/relationships/viewProps" Target="viewProps.xml"  /><Relationship Id="rId5" Type="http://schemas.openxmlformats.org/officeDocument/2006/relationships/theme" Target="theme/theme1.xml"  /><Relationship Id="rId6" Type="http://schemas.openxmlformats.org/officeDocument/2006/relationships/tableStyles" Target="tableStyles.xml"  /></Relationship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1B9126-DA08-4CA4-9A05-30D228D52A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43C348C-3035-42D1-A151-2C8233E535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5E93DED-FE6F-4689-A783-EAED52358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A2EB2-8A0A-4196-BA03-71F1CF1AF80C}" type="datetimeFigureOut">
              <a:rPr lang="ko-KR" altLang="en-US" smtClean="0"/>
              <a:t>2020-07-12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9191767-D654-4A93-BA62-4AA198B2D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E34CC34-8D15-4527-A7F1-55252AF07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8D648F-0688-4838-89C8-C122C6447B7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87052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2789EA-6604-4463-B12F-7BEE9CE1D7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F6F1CCA-DA51-44D9-9B11-5955EBB6EB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F17D130-3C1A-4901-AC3B-5FD46490DE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A2EB2-8A0A-4196-BA03-71F1CF1AF80C}" type="datetimeFigureOut">
              <a:rPr lang="ko-KR" altLang="en-US" smtClean="0"/>
              <a:t>2020-07-12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9493918-5E59-46E1-8507-47BF8200FE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8CF0F78-8D49-4DFC-A29B-DE506CE54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8D648F-0688-4838-89C8-C122C6447B7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11398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555C1A-9C94-4655-BEFF-9B9D6AE088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544B6AF-55C2-4879-8D27-1AF00C8641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1510FA3-5EFE-4981-A002-E26F4C37A2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A2EB2-8A0A-4196-BA03-71F1CF1AF80C}" type="datetimeFigureOut">
              <a:rPr lang="ko-KR" altLang="en-US" smtClean="0"/>
              <a:t>2020-07-12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5495ADA-55F2-4C48-819F-BFAD210FC4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4EFC05B-8193-4442-BA89-7EFD55DCB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8D648F-0688-4838-89C8-C122C6447B7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599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10B0CA-4502-4619-B320-32E1D02E0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7176CB9-699E-400D-AC6D-1A12B9A958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B6A7243-45B5-441E-9932-44D8E09F84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39B3EC0-6E34-456A-8FAE-067BE81248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A2EB2-8A0A-4196-BA03-71F1CF1AF80C}" type="datetimeFigureOut">
              <a:rPr lang="ko-KR" altLang="en-US" smtClean="0"/>
              <a:t>2020-07-12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58731B1-9E53-4EEB-8E77-38ACCAE8B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ABC139C-5BFC-4075-8D34-788307A93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8D648F-0688-4838-89C8-C122C6447B7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88163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891BBB-48F6-4F0B-A405-09645C7FB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087B07E-B0DA-45C4-8E63-D73F9551F9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0CD4C2F-105A-4B6E-A210-B731A33C7E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E0C5D63-57B4-4FE3-AF33-A5A043A7D2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BDC613C-B15C-4E0A-9FED-AF890B1843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23118CA-0461-45A6-BF4E-1F30B46F95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A2EB2-8A0A-4196-BA03-71F1CF1AF80C}" type="datetimeFigureOut">
              <a:rPr lang="ko-KR" altLang="en-US" smtClean="0"/>
              <a:t>2020-07-12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12E00AC-1C78-477E-9E83-4BA07F4824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C982ED9-6C8F-41D6-8D45-31527C504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8D648F-0688-4838-89C8-C122C6447B7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68798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7FE735-319E-4862-8E80-C2C7E5D68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B2EC803-59B2-45DF-A240-F39C1D62B4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A2EB2-8A0A-4196-BA03-71F1CF1AF80C}" type="datetimeFigureOut">
              <a:rPr lang="ko-KR" altLang="en-US" smtClean="0"/>
              <a:t>2020-07-12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8EBAF9C-B6F3-4BC2-92DD-AEB6E7F62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B55C2BB-4964-4B64-9BF1-35964F4E4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8D648F-0688-4838-89C8-C122C6447B7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2878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2B390D7-6B44-4198-B276-687E516707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A2EB2-8A0A-4196-BA03-71F1CF1AF80C}" type="datetimeFigureOut">
              <a:rPr lang="ko-KR" altLang="en-US" smtClean="0"/>
              <a:t>2020-07-12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E1CD7CB-ABDC-46DC-8DDC-492D06A9E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CB50C2B-10F4-4476-9064-AC5B47C44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8D648F-0688-4838-89C8-C122C6447B7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29880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0F112E-7315-4258-BE51-347CEF5A8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F72EC64-C13F-4360-8150-8E68EA3254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711E65B-FB7B-4337-8700-2BE86A09B8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D501F4F-F433-4F95-AA41-DAB46B81C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A2EB2-8A0A-4196-BA03-71F1CF1AF80C}" type="datetimeFigureOut">
              <a:rPr lang="ko-KR" altLang="en-US" smtClean="0"/>
              <a:t>2020-07-12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58D36CD-AA70-4083-A5EA-9A038477E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AF7B760-081F-4522-BD64-3F27095BF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8D648F-0688-4838-89C8-C122C6447B7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53166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87ABE2-DE9F-4E41-9768-189688CC8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CDA0165-0DFD-4861-AE57-3F89A17689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FA49965-C0CB-441D-B79C-7D955B88B3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119A5E8-613D-420D-8B1F-526779F922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A2EB2-8A0A-4196-BA03-71F1CF1AF80C}" type="datetimeFigureOut">
              <a:rPr lang="ko-KR" altLang="en-US" smtClean="0"/>
              <a:t>2020-07-12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561BC58-372B-4EEB-92CC-D5857738BE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E0B909C-64D0-4A69-A376-44E58D2AC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8D648F-0688-4838-89C8-C122C6447B7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32444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5F1B2F-7F1D-4D41-9834-416270FD4A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9A90448-4DD7-4F21-AF0F-48591019F6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DF67986-7AE7-4D1A-B6D3-179FE87CD1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A2EB2-8A0A-4196-BA03-71F1CF1AF80C}" type="datetimeFigureOut">
              <a:rPr lang="ko-KR" altLang="en-US" smtClean="0"/>
              <a:t>2020-07-12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08CAD28-CEA8-4680-8EC4-D7517D563E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807F9F5-8286-4434-B0E1-8BD731EDB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8D648F-0688-4838-89C8-C122C6447B7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12822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450FAA8-A93E-4515-99C9-CAA113522D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8A4F744-9C09-48BB-895E-8634C94D08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983D4A1-D353-4969-9618-1AA03FB3B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A2EB2-8A0A-4196-BA03-71F1CF1AF80C}" type="datetimeFigureOut">
              <a:rPr lang="ko-KR" altLang="en-US" smtClean="0"/>
              <a:t>2020-07-12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2B5D0E6-1EFE-422E-AF80-E6741ECA5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7AC4F05-C514-436B-B97A-18B9D0BEF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8D648F-0688-4838-89C8-C122C6447B7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0366190"/>
      </p:ext>
    </p:extLst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69AF1DB-8E16-497B-AA01-2B6DCEBD0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CF50633-35D5-4080-B519-CE27F0C33D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837F2ED-165B-410D-9116-B4E1D5E4AB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7A2EB2-8A0A-4196-BA03-71F1CF1AF80C}" type="datetimeFigureOut">
              <a:rPr lang="ko-KR" altLang="en-US" smtClean="0"/>
              <a:t>2020-07-12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42A0555-0B52-498D-B02A-5F29A07275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0C909DB-2091-48F4-9595-13848A2760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8D648F-0688-4838-89C8-C122C6447B7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51408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0" y="3"/>
          <a:ext cx="12192000" cy="6982939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469805"/>
                <a:gridCol w="2535747"/>
                <a:gridCol w="2467856"/>
                <a:gridCol w="2222385"/>
                <a:gridCol w="2496207"/>
              </a:tblGrid>
              <a:tr h="622981"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endParaRPr lang="ko-KR" altLang="en-US" sz="2000">
                        <a:latin typeface="Bahnschrift Light"/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en-US" altLang="ko-KR" sz="2400">
                          <a:latin typeface="Bahnschrift Light"/>
                        </a:rPr>
                        <a:t>OSI Model</a:t>
                      </a:r>
                      <a:endParaRPr lang="ko-KR" altLang="en-US" sz="2400">
                        <a:latin typeface="Bahnschrift Light"/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en-US" altLang="ko-KR" sz="2400">
                          <a:latin typeface="Bahnschrift Light"/>
                        </a:rPr>
                        <a:t>Layer Number</a:t>
                      </a:r>
                      <a:endParaRPr lang="ko-KR" altLang="en-US" sz="2400">
                        <a:latin typeface="Bahnschrift Light"/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en-US" altLang="ko-KR" sz="2400">
                          <a:latin typeface="Bahnschrift Light"/>
                        </a:rPr>
                        <a:t>TCP/IP Layer</a:t>
                      </a:r>
                      <a:endParaRPr lang="ko-KR" altLang="en-US" sz="2400">
                        <a:latin typeface="Bahnschrift Light"/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en-US" altLang="ko-KR" sz="2400">
                          <a:latin typeface="Bahnschrift Light"/>
                        </a:rPr>
                        <a:t>Other protocol</a:t>
                      </a:r>
                      <a:endParaRPr lang="ko-KR" altLang="en-US" sz="2400">
                        <a:latin typeface="Bahnschrift Light"/>
                      </a:endParaRPr>
                    </a:p>
                  </a:txBody>
                  <a:tcPr marL="91440" marR="91440"/>
                </a:tc>
              </a:tr>
              <a:tr h="969333"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en-US" altLang="ko-KR" sz="3200" b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lang="en-US" altLang="ko-KR" sz="3200" b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Bahnschrift Light"/>
                        </a:rPr>
                        <a:t>lligator</a:t>
                      </a:r>
                      <a:endParaRPr lang="ko-KR" altLang="en-US" sz="3200" b="1">
                        <a:solidFill>
                          <a:schemeClr val="accent1">
                            <a:lumMod val="75000"/>
                          </a:schemeClr>
                        </a:solidFill>
                        <a:latin typeface="Bahnschrift Light"/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en-US" altLang="ko-KR" sz="3200">
                          <a:latin typeface="Bahnschrift Light"/>
                        </a:rPr>
                        <a:t>Application</a:t>
                      </a:r>
                      <a:endParaRPr lang="ko-KR" altLang="en-US" sz="3200">
                        <a:latin typeface="Bahnschrift Light"/>
                      </a:endParaRPr>
                    </a:p>
                  </a:txBody>
                  <a:tcPr marL="91440" marR="91440"/>
                </a:tc>
                <a:tc rowSpan="3"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en-US" altLang="ko-KR" sz="3200">
                          <a:latin typeface="Bahnschrift Light"/>
                        </a:rPr>
                        <a:t>L7(</a:t>
                      </a:r>
                      <a:r>
                        <a:rPr lang="en-US" altLang="ko-KR" sz="3100">
                          <a:latin typeface="Bahnschrift Light"/>
                        </a:rPr>
                        <a:t>Firewall</a:t>
                      </a:r>
                      <a:r>
                        <a:rPr lang="en-US" altLang="ko-KR" sz="3200">
                          <a:latin typeface="Bahnschrift Light"/>
                        </a:rPr>
                        <a:t>)</a:t>
                      </a:r>
                      <a:endParaRPr lang="en-US" altLang="ko-KR" sz="3200">
                        <a:latin typeface="Bahnschrift Light"/>
                      </a:endParaRPr>
                    </a:p>
                  </a:txBody>
                  <a:tcPr marL="91440" marR="91440"/>
                </a:tc>
                <a:tc rowSpan="3"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en-US" altLang="ko-KR" sz="3200">
                          <a:latin typeface="Bahnschrift Light"/>
                        </a:rPr>
                        <a:t>HTTP</a:t>
                      </a:r>
                      <a:endParaRPr lang="ko-KR" altLang="en-US" sz="3200">
                        <a:latin typeface="Bahnschrift Light"/>
                      </a:endParaRPr>
                    </a:p>
                  </a:txBody>
                  <a:tcPr marL="91440" marR="91440"/>
                </a:tc>
                <a:tc rowSpan="3"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en-US" altLang="ko-KR" sz="3200">
                          <a:latin typeface="Bahnschrift Light"/>
                        </a:rPr>
                        <a:t>SSH,FTP,</a:t>
                      </a:r>
                      <a:endParaRPr lang="en-US" altLang="ko-KR" sz="3200">
                        <a:latin typeface="Bahnschrift Light"/>
                      </a:endParaRPr>
                    </a:p>
                    <a:p>
                      <a:pPr algn="ctr" latinLnBrk="1">
                        <a:defRPr/>
                      </a:pPr>
                      <a:r>
                        <a:rPr lang="en-US" altLang="ko-KR" sz="3200">
                          <a:latin typeface="Bahnschrift Light"/>
                        </a:rPr>
                        <a:t>Telnet, SMTP,</a:t>
                      </a:r>
                      <a:endParaRPr lang="en-US" altLang="ko-KR" sz="3200">
                        <a:latin typeface="Bahnschrift Light"/>
                      </a:endParaRPr>
                    </a:p>
                    <a:p>
                      <a:pPr algn="ctr" latinLnBrk="1">
                        <a:defRPr/>
                      </a:pPr>
                      <a:r>
                        <a:rPr lang="en-US" altLang="ko-KR" sz="3200">
                          <a:latin typeface="Bahnschrift Light"/>
                        </a:rPr>
                        <a:t>POP3</a:t>
                      </a:r>
                      <a:endParaRPr lang="ko-KR" altLang="en-US" sz="3200">
                        <a:latin typeface="Bahnschrift Light"/>
                      </a:endParaRPr>
                    </a:p>
                  </a:txBody>
                  <a:tcPr marL="91440" marR="91440"/>
                </a:tc>
              </a:tr>
              <a:tr h="882869"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en-US" altLang="ko-KR" sz="3200" b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Arial"/>
                          <a:cs typeface="Arial"/>
                        </a:rPr>
                        <a:t>P</a:t>
                      </a:r>
                      <a:r>
                        <a:rPr lang="en-US" altLang="ko-KR" sz="3200" b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Bahnschrift Light"/>
                        </a:rPr>
                        <a:t>et</a:t>
                      </a:r>
                      <a:endParaRPr lang="ko-KR" altLang="en-US" sz="3200" b="1">
                        <a:solidFill>
                          <a:schemeClr val="accent1">
                            <a:lumMod val="75000"/>
                          </a:schemeClr>
                        </a:solidFill>
                        <a:latin typeface="Bahnschrift Light"/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en-US" altLang="ko-KR" sz="3200">
                          <a:latin typeface="Bahnschrift Light"/>
                        </a:rPr>
                        <a:t>Presentation</a:t>
                      </a:r>
                      <a:endParaRPr lang="ko-KR" altLang="en-US" sz="3200">
                        <a:latin typeface="Bahnschrift Light"/>
                      </a:endParaRPr>
                    </a:p>
                  </a:txBody>
                  <a:tcPr marL="91440" marR="91440"/>
                </a:tc>
                <a:tc vMerge="1">
                  <a:txBody>
                    <a:bodyPr vert="horz" lIns="91440" tIns="45720" rIns="91440" bIns="45720" anchor="t" anchorCtr="0"/>
                    <a:p>
                      <a:pPr>
                        <a:defRPr/>
                      </a:pPr>
                      <a:endParaRPr lang="en-US" altLang="ko-KR"/>
                    </a:p>
                  </a:txBody>
                  <a:tcPr marL="91440" marR="91440"/>
                </a:tc>
                <a:tc vMerge="1">
                  <a:txBody>
                    <a:bodyPr/>
                    <a:p>
                      <a:pPr algn="ctr" latinLnBrk="1">
                        <a:defRPr/>
                      </a:pPr>
                      <a:endParaRPr lang="ko-KR" altLang="en-US" sz="3200">
                        <a:latin typeface="Bahnschrift Light"/>
                      </a:endParaRPr>
                    </a:p>
                  </a:txBody>
                  <a:tcPr marL="91440" marR="91440"/>
                </a:tc>
                <a:tc vMerge="1">
                  <a:txBody>
                    <a:bodyPr/>
                    <a:p>
                      <a:pPr algn="ctr" latinLnBrk="1">
                        <a:defRPr/>
                      </a:pPr>
                      <a:endParaRPr lang="ko-KR" altLang="en-US" sz="3200">
                        <a:latin typeface="Bahnschrift Light"/>
                      </a:endParaRPr>
                    </a:p>
                  </a:txBody>
                  <a:tcPr marL="91440" marR="91440"/>
                </a:tc>
              </a:tr>
              <a:tr h="903198"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en-US" altLang="ko-KR" sz="3200" b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lang="en-US" altLang="ko-KR" sz="3200" b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Bahnschrift Light"/>
                        </a:rPr>
                        <a:t>teve’s</a:t>
                      </a:r>
                      <a:endParaRPr lang="ko-KR" altLang="en-US" sz="3200" b="1">
                        <a:solidFill>
                          <a:schemeClr val="accent1">
                            <a:lumMod val="75000"/>
                          </a:schemeClr>
                        </a:solidFill>
                        <a:latin typeface="Bahnschrift Light"/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en-US" altLang="ko-KR" sz="3200">
                          <a:latin typeface="Bahnschrift Light"/>
                        </a:rPr>
                        <a:t>Session</a:t>
                      </a:r>
                      <a:endParaRPr lang="ko-KR" altLang="en-US" sz="3200">
                        <a:latin typeface="Bahnschrift Light"/>
                      </a:endParaRPr>
                    </a:p>
                  </a:txBody>
                  <a:tcPr marL="91440" marR="91440"/>
                </a:tc>
                <a:tc vMerge="1">
                  <a:txBody>
                    <a:bodyPr vert="horz" lIns="91440" tIns="45720" rIns="91440" bIns="45720" anchor="t" anchorCtr="0"/>
                    <a:p>
                      <a:pPr>
                        <a:defRPr/>
                      </a:pPr>
                      <a:endParaRPr lang="en-US" altLang="ko-KR"/>
                    </a:p>
                  </a:txBody>
                  <a:tcPr marL="91440" marR="91440"/>
                </a:tc>
                <a:tc vMerge="1">
                  <a:txBody>
                    <a:bodyPr/>
                    <a:p>
                      <a:pPr algn="ctr" latinLnBrk="1">
                        <a:defRPr/>
                      </a:pPr>
                      <a:endParaRPr lang="ko-KR" altLang="en-US" sz="3200">
                        <a:latin typeface="Bahnschrift Light"/>
                      </a:endParaRPr>
                    </a:p>
                  </a:txBody>
                  <a:tcPr marL="91440" marR="91440"/>
                </a:tc>
                <a:tc vMerge="1">
                  <a:txBody>
                    <a:bodyPr/>
                    <a:p>
                      <a:pPr algn="ctr" latinLnBrk="1">
                        <a:defRPr/>
                      </a:pPr>
                      <a:endParaRPr lang="ko-KR" altLang="en-US" sz="3200">
                        <a:latin typeface="Bahnschrift Light"/>
                      </a:endParaRPr>
                    </a:p>
                  </a:txBody>
                  <a:tcPr marL="91440" marR="91440"/>
                </a:tc>
              </a:tr>
              <a:tr h="815244"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en-US" altLang="ko-KR" sz="3200" b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Arial"/>
                          <a:cs typeface="Arial"/>
                        </a:rPr>
                        <a:t>T</a:t>
                      </a:r>
                      <a:r>
                        <a:rPr lang="en-US" altLang="ko-KR" sz="3200" b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Bahnschrift Light"/>
                        </a:rPr>
                        <a:t>ouch</a:t>
                      </a:r>
                      <a:endParaRPr lang="ko-KR" altLang="en-US" sz="3200" b="1">
                        <a:solidFill>
                          <a:schemeClr val="accent1">
                            <a:lumMod val="75000"/>
                          </a:schemeClr>
                        </a:solidFill>
                        <a:latin typeface="Bahnschrift Light"/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en-US" altLang="ko-KR" sz="3200">
                          <a:latin typeface="Bahnschrift Light"/>
                        </a:rPr>
                        <a:t>Transport</a:t>
                      </a:r>
                      <a:endParaRPr lang="ko-KR" altLang="en-US" sz="3200">
                        <a:latin typeface="Bahnschrift Light"/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en-US" altLang="ko-KR" sz="3200">
                          <a:latin typeface="Bahnschrift Light"/>
                        </a:rPr>
                        <a:t>L4(NAT)</a:t>
                      </a:r>
                      <a:endParaRPr lang="en-US" altLang="ko-KR" sz="3200">
                        <a:latin typeface="Bahnschrift Light"/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en-US" altLang="ko-KR" sz="3200">
                          <a:latin typeface="Bahnschrift Light"/>
                        </a:rPr>
                        <a:t>TCP</a:t>
                      </a:r>
                      <a:endParaRPr lang="ko-KR" altLang="en-US" sz="3200">
                        <a:latin typeface="Bahnschrift Light"/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en-US" altLang="ko-KR" sz="3200">
                          <a:latin typeface="Bahnschrift Light"/>
                        </a:rPr>
                        <a:t>UDP,SCTP</a:t>
                      </a:r>
                      <a:endParaRPr lang="ko-KR" altLang="en-US" sz="3200">
                        <a:latin typeface="Bahnschrift Light"/>
                      </a:endParaRPr>
                    </a:p>
                  </a:txBody>
                  <a:tcPr marL="91440" marR="91440"/>
                </a:tc>
              </a:tr>
              <a:tr h="890751"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en-US" altLang="ko-KR" sz="3200" b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lang="en-US" altLang="ko-KR" sz="3200" b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Bahnschrift Light"/>
                        </a:rPr>
                        <a:t>ot</a:t>
                      </a:r>
                      <a:endParaRPr lang="ko-KR" altLang="en-US" sz="3200" b="1">
                        <a:solidFill>
                          <a:schemeClr val="accent1">
                            <a:lumMod val="75000"/>
                          </a:schemeClr>
                        </a:solidFill>
                        <a:latin typeface="Bahnschrift Light"/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en-US" altLang="ko-KR" sz="3200">
                          <a:latin typeface="Bahnschrift Light"/>
                        </a:rPr>
                        <a:t>Network</a:t>
                      </a:r>
                      <a:endParaRPr lang="ko-KR" altLang="en-US" sz="3200">
                        <a:latin typeface="Bahnschrift Light"/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en-US" altLang="ko-KR" sz="3200">
                          <a:latin typeface="Bahnschrift Light"/>
                        </a:rPr>
                        <a:t>L3(Router)</a:t>
                      </a:r>
                      <a:endParaRPr lang="en-US" altLang="ko-KR" sz="3200">
                        <a:latin typeface="Bahnschrift Light"/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en-US" altLang="ko-KR" sz="3200">
                          <a:latin typeface="Bahnschrift Light"/>
                        </a:rPr>
                        <a:t>IP(IPv4)</a:t>
                      </a:r>
                      <a:endParaRPr lang="ko-KR" altLang="en-US" sz="3200">
                        <a:latin typeface="Bahnschrift Light"/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en-US" altLang="ko-KR" sz="3200">
                          <a:latin typeface="Bahnschrift Light"/>
                        </a:rPr>
                        <a:t>IP6,ARP</a:t>
                      </a:r>
                      <a:endParaRPr lang="ko-KR" altLang="en-US" sz="3200">
                        <a:latin typeface="Bahnschrift Light"/>
                      </a:endParaRPr>
                    </a:p>
                  </a:txBody>
                  <a:tcPr marL="91440" marR="91440"/>
                </a:tc>
              </a:tr>
              <a:tr h="835573"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en-US" altLang="ko-KR" sz="3200" b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Arial"/>
                          <a:cs typeface="Arial"/>
                        </a:rPr>
                        <a:t>D</a:t>
                      </a:r>
                      <a:r>
                        <a:rPr lang="en-US" altLang="ko-KR" sz="3200" b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Bahnschrift Light"/>
                        </a:rPr>
                        <a:t>o</a:t>
                      </a:r>
                      <a:endParaRPr lang="ko-KR" altLang="en-US" sz="3200" b="1">
                        <a:solidFill>
                          <a:schemeClr val="accent1">
                            <a:lumMod val="75000"/>
                          </a:schemeClr>
                        </a:solidFill>
                        <a:latin typeface="Bahnschrift Light"/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en-US" altLang="ko-KR" sz="3200">
                          <a:latin typeface="Bahnschrift Light"/>
                        </a:rPr>
                        <a:t>Data-Link</a:t>
                      </a:r>
                      <a:endParaRPr lang="ko-KR" altLang="en-US" sz="3200">
                        <a:latin typeface="Bahnschrift Light"/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en-US" altLang="ko-KR" sz="3200">
                          <a:latin typeface="Bahnschrift Light"/>
                        </a:rPr>
                        <a:t>L2(switch)</a:t>
                      </a:r>
                      <a:endParaRPr lang="en-US" altLang="ko-KR" sz="3200">
                        <a:latin typeface="Bahnschrift Light"/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en-US" altLang="ko-KR" sz="3200">
                          <a:latin typeface="Bahnschrift Light"/>
                        </a:rPr>
                        <a:t>Ethernet</a:t>
                      </a:r>
                      <a:endParaRPr lang="ko-KR" altLang="en-US" sz="3200">
                        <a:latin typeface="Bahnschrift Light"/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en-US" altLang="ko-KR" sz="2400">
                          <a:latin typeface="Bahnschrift Light"/>
                        </a:rPr>
                        <a:t>HDLC Frame Relay</a:t>
                      </a:r>
                      <a:endParaRPr lang="ko-KR" altLang="en-US" sz="2400">
                        <a:latin typeface="Bahnschrift Light"/>
                      </a:endParaRPr>
                    </a:p>
                  </a:txBody>
                  <a:tcPr marL="91440" marR="91440"/>
                </a:tc>
              </a:tr>
              <a:tr h="1021201">
                <a:tc>
                  <a:txBody>
                    <a:bodyPr vert="horz" lIns="91440" tIns="45720" rIns="91440" bIns="45720" anchor="t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3200" b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Arial"/>
                          <a:cs typeface="Arial"/>
                        </a:rPr>
                        <a:t>P</a:t>
                      </a:r>
                      <a:r>
                        <a:rPr lang="en-US" altLang="ko-KR" sz="3200" b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Bahnschrift Light"/>
                        </a:rPr>
                        <a:t>lease </a:t>
                      </a:r>
                      <a:endParaRPr lang="en-US" altLang="ko-KR" sz="3200" b="1">
                        <a:solidFill>
                          <a:schemeClr val="accent1">
                            <a:lumMod val="75000"/>
                          </a:schemeClr>
                        </a:solidFill>
                        <a:latin typeface="Bahnschrift Light"/>
                      </a:endParaRPr>
                    </a:p>
                    <a:p>
                      <a:pPr algn="ctr" latinLnBrk="1">
                        <a:defRPr/>
                      </a:pPr>
                      <a:endParaRPr lang="ko-KR" altLang="en-US" sz="3200" b="1">
                        <a:solidFill>
                          <a:schemeClr val="accent1">
                            <a:lumMod val="75000"/>
                          </a:schemeClr>
                        </a:solidFill>
                        <a:latin typeface="Bahnschrift Light"/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en-US" altLang="ko-KR" sz="3200">
                          <a:latin typeface="Bahnschrift Light"/>
                        </a:rPr>
                        <a:t>Physical</a:t>
                      </a:r>
                      <a:endParaRPr lang="ko-KR" altLang="en-US" sz="3200">
                        <a:latin typeface="Bahnschrift Light"/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r>
                        <a:rPr lang="en-US" altLang="ko-KR" sz="3200">
                          <a:latin typeface="Bahnschrift Light"/>
                        </a:rPr>
                        <a:t>L1</a:t>
                      </a:r>
                      <a:endParaRPr lang="en-US" altLang="ko-KR" sz="3200">
                        <a:latin typeface="Bahnschrift Light"/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endParaRPr lang="ko-KR" altLang="en-US" sz="3200">
                        <a:latin typeface="Bahnschrift Light"/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ctr" latinLnBrk="1">
                        <a:defRPr/>
                      </a:pPr>
                      <a:endParaRPr lang="ko-KR" altLang="en-US" sz="3200">
                        <a:latin typeface="Bahnschrift Light"/>
                      </a:endParaRPr>
                    </a:p>
                  </a:txBody>
                  <a:tcPr marL="91440" marR="91440"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39</ep:Words>
  <ep:PresentationFormat>와이드스크린</ep:PresentationFormat>
  <ep:Paragraphs>0</ep:Paragraphs>
  <ep:Slides>1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ep:HeadingPairs>
  <ep:TitlesOfParts>
    <vt:vector size="2" baseType="lpstr">
      <vt:lpstr>Office 테마</vt:lpstr>
      <vt:lpstr>슬라이드 1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2020-07-12T11:03:31.000</dcterms:created>
  <dc:creator>이 수진</dc:creator>
  <cp:lastModifiedBy>sujin</cp:lastModifiedBy>
  <dcterms:modified xsi:type="dcterms:W3CDTF">2020-07-21T10:28:44.546</dcterms:modified>
  <cp:revision>3</cp:revision>
  <dc:title>PowerPoint 프레젠테이션</dc:title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